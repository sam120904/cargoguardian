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CargoGuardian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IoT-Based Transit &amp; Cargo Management System</a:t>
            </a:r>
          </a:p>
          <a:p>
            <a:r>
              <a:t>Continuous Monitoring &amp; Smart Routing</a:t>
            </a:r>
          </a:p>
          <a:p>
            <a:r>
              <a:t>Team: Vaibhav Sharma, Parth Garg, Samarth Sharma, Piyush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Transportation of primary resources like coal needs continuous and vigilant monitoring.</a:t>
            </a:r>
          </a:p>
          <a:p>
            <a:pPr/>
            <a:r>
              <a:t>Current models suffer from manual errors, overloading/underloading issues, and potential frauds.</a:t>
            </a:r>
          </a:p>
          <a:p>
            <a:pPr/>
            <a:r>
              <a:t>Need to automate tedious tasks and eliminate human intervention in clearance protocols.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CargoGuardian?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 IoT based project automating cargo transport operations.</a:t>
            </a:r>
          </a:p>
          <a:p>
            <a:pPr/>
            <a:r>
              <a:t>Uses load sensors for continuous monitoring of goods mid-transit.</a:t>
            </a:r>
          </a:p>
          <a:p>
            <a:pPr/>
            <a:r>
              <a:t>Ensures correct loading and facilitates real-time clearances digitally.</a:t>
            </a:r>
          </a:p>
          <a:p>
            <a:pPr/>
            <a:r>
              <a:t>Cross-platform app integration (Flutter) for monitoring from anywhere.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Automated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Zero Human Intervention Clearance: Automatically provides clearance upon confirming correct load via sensors.</a:t>
            </a:r>
          </a:p>
          <a:p>
            <a:pPr/>
            <a:r>
              <a:t>Smart Routing: Calculates and detects the shortest possible route to save time and fuel.</a:t>
            </a:r>
          </a:p>
          <a:p>
            <a:pPr/>
            <a:r>
              <a:t>Dynamic Tracking: Live GPS tracks rerouting and monitors the train continuously.</a:t>
            </a:r>
          </a:p>
          <a:p>
            <a:pPr/>
            <a:r>
              <a:t>Fraud Prevention: Instantly detects anomalies (like sudden weight drops) representing potential frauds.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IoT Layer: Load sensors, GPS Modules, RFID Scanners linked via Blynk.</a:t>
            </a:r>
          </a:p>
          <a:p>
            <a:pPr/>
            <a:r>
              <a:t>Backend Layer: Firebase (Realtime Database &amp; Authentication).</a:t>
            </a:r>
          </a:p>
          <a:p>
            <a:pPr/>
            <a:r>
              <a:t>Frontend: Flutter Application (Web, iOS, Android).</a:t>
            </a:r>
          </a:p>
          <a:p>
            <a:pPr/>
            <a:r>
              <a:t>Mapping: Google Maps API utilized for shortest path calculation.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Full Automation: Scaling systems to fully manage operations end-to-end.</a:t>
            </a:r>
          </a:p>
          <a:p>
            <a:pPr/>
            <a:r>
              <a:t>Truck Integration: Adapting the technology to be used in trucks and the overall road transportation sector.</a:t>
            </a:r>
          </a:p>
          <a:p>
            <a:pPr/>
            <a:r>
              <a:t>AI Analytics: Advanced predictive maintenance and logistical planning based on historical cargo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CargoGuardian - Automating the Future of Logistics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